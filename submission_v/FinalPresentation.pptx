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60" r:id="rId5"/>
  </p:sldIdLst>
  <p:sldSz cx="51206400" cy="32918400"/>
  <p:notesSz cx="7102475" cy="8991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61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29292"/>
    <a:srgbClr val="FDB719"/>
    <a:srgbClr val="CBCBCB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75B25-58E7-374A-A206-14D58D57E460}" v="20" dt="2026-05-11T23:21:07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2"/>
    <p:restoredTop sz="74169" autoAdjust="0"/>
  </p:normalViewPr>
  <p:slideViewPr>
    <p:cSldViewPr>
      <p:cViewPr varScale="1">
        <p:scale>
          <a:sx n="24" d="100"/>
          <a:sy n="24" d="100"/>
        </p:scale>
        <p:origin x="2600" y="224"/>
      </p:cViewPr>
      <p:guideLst>
        <p:guide orient="horz" pos="10368"/>
        <p:guide pos="16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416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, Caroline (MU-Student)" userId="35b571fa-547c-4c61-b988-cfaffe32990d" providerId="ADAL" clId="{F23BEC50-66E0-56BA-865D-F5175579B983}"/>
    <pc:docChg chg="undo custSel delSld modSld">
      <pc:chgData name="Lewis, Caroline (MU-Student)" userId="35b571fa-547c-4c61-b988-cfaffe32990d" providerId="ADAL" clId="{F23BEC50-66E0-56BA-865D-F5175579B983}" dt="2026-05-11T23:22:47.855" v="965" actId="20577"/>
      <pc:docMkLst>
        <pc:docMk/>
      </pc:docMkLst>
      <pc:sldChg chg="addSp delSp modSp mod modNotesTx">
        <pc:chgData name="Lewis, Caroline (MU-Student)" userId="35b571fa-547c-4c61-b988-cfaffe32990d" providerId="ADAL" clId="{F23BEC50-66E0-56BA-865D-F5175579B983}" dt="2026-05-11T23:22:47.855" v="965" actId="20577"/>
        <pc:sldMkLst>
          <pc:docMk/>
          <pc:sldMk cId="3151332" sldId="260"/>
        </pc:sldMkLst>
        <pc:spChg chg="add del mod">
          <ac:chgData name="Lewis, Caroline (MU-Student)" userId="35b571fa-547c-4c61-b988-cfaffe32990d" providerId="ADAL" clId="{F23BEC50-66E0-56BA-865D-F5175579B983}" dt="2026-05-11T22:50:31.866" v="314"/>
          <ac:spMkLst>
            <pc:docMk/>
            <pc:sldMk cId="3151332" sldId="260"/>
            <ac:spMk id="2" creationId="{5B084DC7-994D-628F-9BE8-E8924C79CE4F}"/>
          </ac:spMkLst>
        </pc:spChg>
        <pc:spChg chg="mod">
          <ac:chgData name="Lewis, Caroline (MU-Student)" userId="35b571fa-547c-4c61-b988-cfaffe32990d" providerId="ADAL" clId="{F23BEC50-66E0-56BA-865D-F5175579B983}" dt="2026-05-11T22:54:00.386" v="365"/>
          <ac:spMkLst>
            <pc:docMk/>
            <pc:sldMk cId="3151332" sldId="260"/>
            <ac:spMk id="3" creationId="{E36B3300-2648-7F9F-D196-E23C2EB8D112}"/>
          </ac:spMkLst>
        </pc:spChg>
        <pc:spChg chg="mod">
          <ac:chgData name="Lewis, Caroline (MU-Student)" userId="35b571fa-547c-4c61-b988-cfaffe32990d" providerId="ADAL" clId="{F23BEC50-66E0-56BA-865D-F5175579B983}" dt="2026-04-29T01:52:42.030" v="24" actId="1076"/>
          <ac:spMkLst>
            <pc:docMk/>
            <pc:sldMk cId="3151332" sldId="260"/>
            <ac:spMk id="4" creationId="{C153B307-AD6A-6117-A56A-1329A4C11204}"/>
          </ac:spMkLst>
        </pc:spChg>
        <pc:spChg chg="mod">
          <ac:chgData name="Lewis, Caroline (MU-Student)" userId="35b571fa-547c-4c61-b988-cfaffe32990d" providerId="ADAL" clId="{F23BEC50-66E0-56BA-865D-F5175579B983}" dt="2026-05-11T22:54:12.872" v="367" actId="12"/>
          <ac:spMkLst>
            <pc:docMk/>
            <pc:sldMk cId="3151332" sldId="260"/>
            <ac:spMk id="5" creationId="{482C0C46-73BB-BB6F-5C9B-E5E4AC2DCD24}"/>
          </ac:spMkLst>
        </pc:spChg>
        <pc:spChg chg="mod">
          <ac:chgData name="Lewis, Caroline (MU-Student)" userId="35b571fa-547c-4c61-b988-cfaffe32990d" providerId="ADAL" clId="{F23BEC50-66E0-56BA-865D-F5175579B983}" dt="2026-05-11T23:19:30.572" v="716" actId="14100"/>
          <ac:spMkLst>
            <pc:docMk/>
            <pc:sldMk cId="3151332" sldId="260"/>
            <ac:spMk id="6" creationId="{54D75E0C-4EDC-D7DF-BCC2-B5B99E8A921B}"/>
          </ac:spMkLst>
        </pc:spChg>
        <pc:spChg chg="mod">
          <ac:chgData name="Lewis, Caroline (MU-Student)" userId="35b571fa-547c-4c61-b988-cfaffe32990d" providerId="ADAL" clId="{F23BEC50-66E0-56BA-865D-F5175579B983}" dt="2026-05-11T23:16:15.809" v="677" actId="14100"/>
          <ac:spMkLst>
            <pc:docMk/>
            <pc:sldMk cId="3151332" sldId="260"/>
            <ac:spMk id="7" creationId="{69BB9268-86AD-4AEF-6311-786F25521FF0}"/>
          </ac:spMkLst>
        </pc:spChg>
        <pc:spChg chg="mod">
          <ac:chgData name="Lewis, Caroline (MU-Student)" userId="35b571fa-547c-4c61-b988-cfaffe32990d" providerId="ADAL" clId="{F23BEC50-66E0-56BA-865D-F5175579B983}" dt="2026-05-11T23:16:19.046" v="678" actId="1076"/>
          <ac:spMkLst>
            <pc:docMk/>
            <pc:sldMk cId="3151332" sldId="260"/>
            <ac:spMk id="8" creationId="{31FFDBBB-E2A6-DC76-D3B7-4604E218F6C2}"/>
          </ac:spMkLst>
        </pc:spChg>
        <pc:spChg chg="mod">
          <ac:chgData name="Lewis, Caroline (MU-Student)" userId="35b571fa-547c-4c61-b988-cfaffe32990d" providerId="ADAL" clId="{F23BEC50-66E0-56BA-865D-F5175579B983}" dt="2026-05-11T23:18:51.184" v="707" actId="1076"/>
          <ac:spMkLst>
            <pc:docMk/>
            <pc:sldMk cId="3151332" sldId="260"/>
            <ac:spMk id="10" creationId="{DF68DED3-83B8-D027-1E0C-75DD29FCDC78}"/>
          </ac:spMkLst>
        </pc:spChg>
        <pc:spChg chg="mod">
          <ac:chgData name="Lewis, Caroline (MU-Student)" userId="35b571fa-547c-4c61-b988-cfaffe32990d" providerId="ADAL" clId="{F23BEC50-66E0-56BA-865D-F5175579B983}" dt="2026-05-11T23:19:27.723" v="715" actId="14100"/>
          <ac:spMkLst>
            <pc:docMk/>
            <pc:sldMk cId="3151332" sldId="260"/>
            <ac:spMk id="11" creationId="{181461D9-13E4-3A62-2660-84562F6A7C29}"/>
          </ac:spMkLst>
        </pc:spChg>
        <pc:spChg chg="mod">
          <ac:chgData name="Lewis, Caroline (MU-Student)" userId="35b571fa-547c-4c61-b988-cfaffe32990d" providerId="ADAL" clId="{F23BEC50-66E0-56BA-865D-F5175579B983}" dt="2026-05-11T23:19:09.078" v="711" actId="1076"/>
          <ac:spMkLst>
            <pc:docMk/>
            <pc:sldMk cId="3151332" sldId="260"/>
            <ac:spMk id="12" creationId="{3A5AB1C6-B86D-9556-D585-E9348F7CF640}"/>
          </ac:spMkLst>
        </pc:spChg>
        <pc:spChg chg="mod">
          <ac:chgData name="Lewis, Caroline (MU-Student)" userId="35b571fa-547c-4c61-b988-cfaffe32990d" providerId="ADAL" clId="{F23BEC50-66E0-56BA-865D-F5175579B983}" dt="2026-05-11T23:21:55.208" v="899" actId="20577"/>
          <ac:spMkLst>
            <pc:docMk/>
            <pc:sldMk cId="3151332" sldId="260"/>
            <ac:spMk id="13" creationId="{0546849C-0C79-FE9B-8478-001BABEA1836}"/>
          </ac:spMkLst>
        </pc:spChg>
        <pc:spChg chg="mod">
          <ac:chgData name="Lewis, Caroline (MU-Student)" userId="35b571fa-547c-4c61-b988-cfaffe32990d" providerId="ADAL" clId="{F23BEC50-66E0-56BA-865D-F5175579B983}" dt="2026-05-11T23:19:12.311" v="713" actId="27636"/>
          <ac:spMkLst>
            <pc:docMk/>
            <pc:sldMk cId="3151332" sldId="260"/>
            <ac:spMk id="14" creationId="{D26E48A8-2AB0-3495-45D9-C78678CADC6F}"/>
          </ac:spMkLst>
        </pc:spChg>
        <pc:spChg chg="mod">
          <ac:chgData name="Lewis, Caroline (MU-Student)" userId="35b571fa-547c-4c61-b988-cfaffe32990d" providerId="ADAL" clId="{F23BEC50-66E0-56BA-865D-F5175579B983}" dt="2026-05-11T23:19:09.078" v="711" actId="1076"/>
          <ac:spMkLst>
            <pc:docMk/>
            <pc:sldMk cId="3151332" sldId="260"/>
            <ac:spMk id="15" creationId="{64F1BDFC-D9BD-ACAD-4A20-E13BB775C0F5}"/>
          </ac:spMkLst>
        </pc:spChg>
        <pc:spChg chg="mod">
          <ac:chgData name="Lewis, Caroline (MU-Student)" userId="35b571fa-547c-4c61-b988-cfaffe32990d" providerId="ADAL" clId="{F23BEC50-66E0-56BA-865D-F5175579B983}" dt="2026-05-11T23:19:09.078" v="711" actId="1076"/>
          <ac:spMkLst>
            <pc:docMk/>
            <pc:sldMk cId="3151332" sldId="260"/>
            <ac:spMk id="16" creationId="{D1C052F6-1251-149C-5391-DCA7C0D2AA5D}"/>
          </ac:spMkLst>
        </pc:spChg>
        <pc:spChg chg="add del mod">
          <ac:chgData name="Lewis, Caroline (MU-Student)" userId="35b571fa-547c-4c61-b988-cfaffe32990d" providerId="ADAL" clId="{F23BEC50-66E0-56BA-865D-F5175579B983}" dt="2026-05-11T22:50:53.240" v="315" actId="931"/>
          <ac:spMkLst>
            <pc:docMk/>
            <pc:sldMk cId="3151332" sldId="260"/>
            <ac:spMk id="19" creationId="{8EFCC019-7F56-2B33-20EE-790D3BCDDE5C}"/>
          </ac:spMkLst>
        </pc:spChg>
        <pc:spChg chg="add mod">
          <ac:chgData name="Lewis, Caroline (MU-Student)" userId="35b571fa-547c-4c61-b988-cfaffe32990d" providerId="ADAL" clId="{F23BEC50-66E0-56BA-865D-F5175579B983}" dt="2026-05-11T23:19:40.576" v="718" actId="1076"/>
          <ac:spMkLst>
            <pc:docMk/>
            <pc:sldMk cId="3151332" sldId="260"/>
            <ac:spMk id="24" creationId="{8F1F5D26-7B70-FF6B-6C5B-30A8DDC6BE74}"/>
          </ac:spMkLst>
        </pc:spChg>
        <pc:spChg chg="add mod">
          <ac:chgData name="Lewis, Caroline (MU-Student)" userId="35b571fa-547c-4c61-b988-cfaffe32990d" providerId="ADAL" clId="{F23BEC50-66E0-56BA-865D-F5175579B983}" dt="2026-04-30T19:41:10.771" v="209" actId="767"/>
          <ac:spMkLst>
            <pc:docMk/>
            <pc:sldMk cId="3151332" sldId="260"/>
            <ac:spMk id="26" creationId="{27084FBD-2EE5-A4A6-FBAC-546FD7449B2F}"/>
          </ac:spMkLst>
        </pc:spChg>
        <pc:spChg chg="add del">
          <ac:chgData name="Lewis, Caroline (MU-Student)" userId="35b571fa-547c-4c61-b988-cfaffe32990d" providerId="ADAL" clId="{F23BEC50-66E0-56BA-865D-F5175579B983}" dt="2026-05-11T23:11:33.870" v="629" actId="22"/>
          <ac:spMkLst>
            <pc:docMk/>
            <pc:sldMk cId="3151332" sldId="260"/>
            <ac:spMk id="28" creationId="{203BFC5C-66D1-2AA4-0A8C-56B08DD5034C}"/>
          </ac:spMkLst>
        </pc:spChg>
        <pc:spChg chg="add mod">
          <ac:chgData name="Lewis, Caroline (MU-Student)" userId="35b571fa-547c-4c61-b988-cfaffe32990d" providerId="ADAL" clId="{F23BEC50-66E0-56BA-865D-F5175579B983}" dt="2026-05-11T23:19:18.377" v="714" actId="1076"/>
          <ac:spMkLst>
            <pc:docMk/>
            <pc:sldMk cId="3151332" sldId="260"/>
            <ac:spMk id="29" creationId="{FF14132D-E5DE-B3EA-50E8-1B6E8F7868DE}"/>
          </ac:spMkLst>
        </pc:spChg>
        <pc:picChg chg="add del mod">
          <ac:chgData name="Lewis, Caroline (MU-Student)" userId="35b571fa-547c-4c61-b988-cfaffe32990d" providerId="ADAL" clId="{F23BEC50-66E0-56BA-865D-F5175579B983}" dt="2026-05-11T22:50:29.565" v="312" actId="478"/>
          <ac:picMkLst>
            <pc:docMk/>
            <pc:sldMk cId="3151332" sldId="260"/>
            <ac:picMk id="9" creationId="{B3ABC3A5-3083-E06A-F748-C2BD3F91FE9D}"/>
          </ac:picMkLst>
        </pc:picChg>
        <pc:picChg chg="add mod">
          <ac:chgData name="Lewis, Caroline (MU-Student)" userId="35b571fa-547c-4c61-b988-cfaffe32990d" providerId="ADAL" clId="{F23BEC50-66E0-56BA-865D-F5175579B983}" dt="2026-04-29T01:49:43.383" v="2"/>
          <ac:picMkLst>
            <pc:docMk/>
            <pc:sldMk cId="3151332" sldId="260"/>
            <ac:picMk id="17" creationId="{495355D2-1BDF-29C3-46B5-E6521723DA2B}"/>
          </ac:picMkLst>
        </pc:picChg>
        <pc:picChg chg="add mod ord">
          <ac:chgData name="Lewis, Caroline (MU-Student)" userId="35b571fa-547c-4c61-b988-cfaffe32990d" providerId="ADAL" clId="{F23BEC50-66E0-56BA-865D-F5175579B983}" dt="2026-05-11T23:19:34.863" v="717" actId="14100"/>
          <ac:picMkLst>
            <pc:docMk/>
            <pc:sldMk cId="3151332" sldId="260"/>
            <ac:picMk id="21" creationId="{97DC6B81-C56B-F523-EB72-D9A7C8C39636}"/>
          </ac:picMkLst>
        </pc:picChg>
        <pc:picChg chg="add del mod">
          <ac:chgData name="Lewis, Caroline (MU-Student)" userId="35b571fa-547c-4c61-b988-cfaffe32990d" providerId="ADAL" clId="{F23BEC50-66E0-56BA-865D-F5175579B983}" dt="2026-05-11T22:51:07.013" v="317" actId="478"/>
          <ac:picMkLst>
            <pc:docMk/>
            <pc:sldMk cId="3151332" sldId="260"/>
            <ac:picMk id="22" creationId="{38F80A24-4D43-201B-9778-FA3202BAF9BD}"/>
          </ac:picMkLst>
        </pc:picChg>
        <pc:picChg chg="add mod">
          <ac:chgData name="Lewis, Caroline (MU-Student)" userId="35b571fa-547c-4c61-b988-cfaffe32990d" providerId="ADAL" clId="{F23BEC50-66E0-56BA-865D-F5175579B983}" dt="2026-05-11T22:51:16.157" v="322"/>
          <ac:picMkLst>
            <pc:docMk/>
            <pc:sldMk cId="3151332" sldId="260"/>
            <ac:picMk id="23" creationId="{24B8668F-7926-6786-2F98-4D97B8C8E7B0}"/>
          </ac:picMkLst>
        </pc:picChg>
        <pc:picChg chg="add del mod ord">
          <ac:chgData name="Lewis, Caroline (MU-Student)" userId="35b571fa-547c-4c61-b988-cfaffe32990d" providerId="ADAL" clId="{F23BEC50-66E0-56BA-865D-F5175579B983}" dt="2026-05-11T22:50:03.486" v="301" actId="478"/>
          <ac:picMkLst>
            <pc:docMk/>
            <pc:sldMk cId="3151332" sldId="260"/>
            <ac:picMk id="25" creationId="{A81772F1-BB91-B7A5-DD43-95BE2B57B2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449DBC-EAF6-7B41-A8CB-90A5201372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08A5C-A732-0B41-B410-5AC87A55F9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9592DE-0F4A-894D-916F-C70A087BCE3B}" type="datetimeFigureOut">
              <a:rPr lang="en-US"/>
              <a:pPr>
                <a:defRPr/>
              </a:pPr>
              <a:t>5/11/26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8A23B9-1170-0C48-A92B-AD7581343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123950"/>
            <a:ext cx="4721225" cy="3035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0718B7-5FB6-A840-98A8-93960C8F1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327525"/>
            <a:ext cx="5683250" cy="35401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B2191-EF09-CB4B-AE4E-22F27AD9D8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540750"/>
            <a:ext cx="3078163" cy="450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6F756-A99B-3A4A-9F1E-CD46C0797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2725" y="8540750"/>
            <a:ext cx="3078163" cy="4508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57341D-4D47-4D47-827E-B7A304AC66D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COLUMN A - Scott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Problem / Motivation / Research Gap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COLUMN B - Caroline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Feature Correlation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COLUMN C – Noor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Discussion / Conclusions / Future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Team Contributions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7341D-4D47-4D47-827E-B7A304AC66DB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59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39D523-0CA4-0868-FA1B-F413F4A241F9}"/>
              </a:ext>
            </a:extLst>
          </p:cNvPr>
          <p:cNvSpPr/>
          <p:nvPr userDrawn="1"/>
        </p:nvSpPr>
        <p:spPr bwMode="auto">
          <a:xfrm>
            <a:off x="0" y="0"/>
            <a:ext cx="51206400" cy="6400800"/>
          </a:xfrm>
          <a:prstGeom prst="rect">
            <a:avLst/>
          </a:prstGeom>
          <a:solidFill>
            <a:srgbClr val="FDB71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7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03ABEF-1F98-5E42-B7D5-6442D12A9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00201" y="1466629"/>
            <a:ext cx="12573000" cy="3662584"/>
          </a:xfrm>
        </p:spPr>
        <p:txBody>
          <a:bodyPr anchor="ctr"/>
          <a:lstStyle>
            <a:lvl1pPr marL="0" indent="0" algn="ctr">
              <a:buNone/>
              <a:defRPr sz="8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Add Mizzou or</a:t>
            </a:r>
            <a:br>
              <a:rPr lang="en-US" dirty="0"/>
            </a:br>
            <a:r>
              <a:rPr lang="en-US" dirty="0"/>
              <a:t>Unit Signature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168BB9-CA9C-8A43-9560-73B0107672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73402" y="1847629"/>
            <a:ext cx="33832798" cy="1809971"/>
          </a:xfrm>
        </p:spPr>
        <p:txBody>
          <a:bodyPr anchor="ctr">
            <a:noAutofit/>
          </a:bodyPr>
          <a:lstStyle>
            <a:lvl1pPr marL="0" indent="0">
              <a:buNone/>
              <a:defRPr sz="12000" b="1" i="0">
                <a:solidFill>
                  <a:srgbClr val="000000"/>
                </a:solidFill>
                <a:latin typeface="Montserrat" pitchFamily="2" charset="77"/>
              </a:defRPr>
            </a:lvl1pPr>
            <a:lvl2pPr marL="2193925" indent="0">
              <a:buNone/>
              <a:defRPr>
                <a:solidFill>
                  <a:schemeClr val="bg1"/>
                </a:solidFill>
              </a:defRPr>
            </a:lvl2pPr>
            <a:lvl3pPr marL="4387850" indent="0">
              <a:buNone/>
              <a:defRPr>
                <a:solidFill>
                  <a:schemeClr val="bg1"/>
                </a:solidFill>
              </a:defRPr>
            </a:lvl3pPr>
            <a:lvl4pPr marL="6583363" indent="0">
              <a:buNone/>
              <a:defRPr>
                <a:solidFill>
                  <a:schemeClr val="bg1"/>
                </a:solidFill>
              </a:defRPr>
            </a:lvl4pPr>
            <a:lvl5pPr marL="877728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in sentence case or Title Case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880F0B-4734-F142-B30D-7EE7D9021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35302" y="3594101"/>
            <a:ext cx="33832798" cy="1200944"/>
          </a:xfrm>
        </p:spPr>
        <p:txBody>
          <a:bodyPr anchor="ctr"/>
          <a:lstStyle>
            <a:lvl1pPr marL="0" marR="0" indent="0" algn="l" defTabSz="438785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b="0" i="0">
                <a:solidFill>
                  <a:srgbClr val="000000"/>
                </a:solidFill>
                <a:latin typeface="Montserra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438785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 Last Name, Credentials, First Last Name, Credentials, First Last Name, Credentials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DF236-B0E1-2847-99EE-445045F6B8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5648" y="9530193"/>
            <a:ext cx="15439048" cy="10830332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2400"/>
              </a:spcBef>
              <a:buFont typeface="Arial" panose="020B0604020202020204" pitchFamily="34" charset="0"/>
              <a:buNone/>
              <a:defRPr sz="4000" b="0" i="0">
                <a:latin typeface="Montserrat" pitchFamily="2" charset="77"/>
              </a:defRPr>
            </a:lvl1pPr>
            <a:lvl2pPr marL="2193925" indent="0">
              <a:buNone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82A830-B13A-0442-8FCB-9BDFEA9E67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5290" y="8237531"/>
            <a:ext cx="5737148" cy="1292662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6000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2193925" indent="0">
              <a:buNone/>
              <a:defRPr b="1"/>
            </a:lvl2pPr>
            <a:lvl3pPr marL="4387850" indent="0">
              <a:buNone/>
              <a:defRPr b="1"/>
            </a:lvl3pPr>
            <a:lvl4pPr marL="6583363" indent="0">
              <a:buNone/>
              <a:defRPr b="1"/>
            </a:lvl4pPr>
            <a:lvl5pPr marL="8777287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9AB8641-B147-D44B-AF24-B26C32B152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44280" y="9528048"/>
            <a:ext cx="15430930" cy="10830332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2400"/>
              </a:spcBef>
              <a:buFont typeface="Arial" panose="020B0604020202020204" pitchFamily="34" charset="0"/>
              <a:buNone/>
              <a:defRPr sz="4000" b="0" i="0">
                <a:latin typeface="Montserrat" pitchFamily="2" charset="77"/>
              </a:defRPr>
            </a:lvl1pPr>
            <a:lvl2pPr marL="2193925" indent="0">
              <a:buNone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8FD3F6B-3CD2-784E-80E2-46DF0270BF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5682" y="8237531"/>
            <a:ext cx="5737148" cy="1292662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6000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2193925" indent="0">
              <a:buNone/>
              <a:defRPr b="1"/>
            </a:lvl2pPr>
            <a:lvl3pPr marL="4387850" indent="0">
              <a:buNone/>
              <a:defRPr b="1"/>
            </a:lvl3pPr>
            <a:lvl4pPr marL="6583363" indent="0">
              <a:buNone/>
              <a:defRPr b="1"/>
            </a:lvl4pPr>
            <a:lvl5pPr marL="8777287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38F37B-A365-D340-9E17-94460AE9945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383250" y="9530696"/>
            <a:ext cx="14478000" cy="10829925"/>
          </a:xfrm>
          <a:solidFill>
            <a:srgbClr val="D7D7D7"/>
          </a:solidFill>
        </p:spPr>
        <p:txBody>
          <a:bodyPr anchor="ctr"/>
          <a:lstStyle>
            <a:lvl1pPr marL="0" indent="0" algn="ctr">
              <a:buNone/>
              <a:defRPr sz="8000"/>
            </a:lvl1pPr>
          </a:lstStyle>
          <a:p>
            <a:r>
              <a:rPr lang="en-US" dirty="0"/>
              <a:t>Add Photo or Chart Here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1EF653F-256D-9340-AAF5-4065778B9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55648" y="22738193"/>
            <a:ext cx="15439048" cy="8468527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2400"/>
              </a:spcBef>
              <a:buFont typeface="Arial" panose="020B0604020202020204" pitchFamily="34" charset="0"/>
              <a:buNone/>
              <a:defRPr sz="4000" b="0" i="0">
                <a:latin typeface="Montserrat" pitchFamily="2" charset="77"/>
              </a:defRPr>
            </a:lvl1pPr>
            <a:lvl2pPr marL="2193925" indent="0">
              <a:buNone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389C3CE1-8D46-6B44-BC63-3484D3378E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15290" y="21445531"/>
            <a:ext cx="5737148" cy="1292662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6000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2193925" indent="0">
              <a:buNone/>
              <a:defRPr b="1"/>
            </a:lvl2pPr>
            <a:lvl3pPr marL="4387850" indent="0">
              <a:buNone/>
              <a:defRPr b="1"/>
            </a:lvl3pPr>
            <a:lvl4pPr marL="6583363" indent="0">
              <a:buNone/>
              <a:defRPr b="1"/>
            </a:lvl4pPr>
            <a:lvl5pPr marL="8777287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4425165-ED1A-3249-88AC-51F16E4A58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4280" y="22741128"/>
            <a:ext cx="15439048" cy="8468527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2400"/>
              </a:spcBef>
              <a:buFont typeface="Arial" panose="020B0604020202020204" pitchFamily="34" charset="0"/>
              <a:buNone/>
              <a:defRPr sz="4000" b="0" i="0">
                <a:latin typeface="Montserrat" pitchFamily="2" charset="77"/>
              </a:defRPr>
            </a:lvl1pPr>
            <a:lvl2pPr marL="2193925" indent="0">
              <a:buNone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4F8847B-CDB6-4642-87F9-8BAEAFE11D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05682" y="21445531"/>
            <a:ext cx="5737148" cy="1292662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6000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2193925" indent="0">
              <a:buNone/>
              <a:defRPr b="1"/>
            </a:lvl2pPr>
            <a:lvl3pPr marL="4387850" indent="0">
              <a:buNone/>
              <a:defRPr b="1"/>
            </a:lvl3pPr>
            <a:lvl4pPr marL="6583363" indent="0">
              <a:buNone/>
              <a:defRPr b="1"/>
            </a:lvl4pPr>
            <a:lvl5pPr marL="8777287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A93835-2EB4-9049-9D97-C921E91DB6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8000" y="22741128"/>
            <a:ext cx="14608785" cy="4781647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2400"/>
              </a:spcBef>
              <a:buFont typeface="Arial" panose="020B0604020202020204" pitchFamily="34" charset="0"/>
              <a:buNone/>
              <a:defRPr sz="4000" b="0" i="0">
                <a:latin typeface="Montserrat" pitchFamily="2" charset="77"/>
              </a:defRPr>
            </a:lvl1pPr>
            <a:lvl2pPr marL="2193925" indent="0">
              <a:buNone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913F29A-9C65-B648-B4C2-1F85C76CF3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52465" y="21445531"/>
            <a:ext cx="5737148" cy="1292662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6000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2193925" indent="0">
              <a:buNone/>
              <a:defRPr b="1"/>
            </a:lvl2pPr>
            <a:lvl3pPr marL="4387850" indent="0">
              <a:buNone/>
              <a:defRPr b="1"/>
            </a:lvl3pPr>
            <a:lvl4pPr marL="6583363" indent="0">
              <a:buNone/>
              <a:defRPr b="1"/>
            </a:lvl4pPr>
            <a:lvl5pPr marL="8777287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3CA91E0-CFA2-B043-8238-4C9B2E58E0F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329275" y="28133675"/>
            <a:ext cx="14531975" cy="3073400"/>
          </a:xfrm>
        </p:spPr>
        <p:txBody>
          <a:bodyPr anchor="ctr"/>
          <a:lstStyle>
            <a:lvl1pPr marL="0" indent="0">
              <a:buNone/>
              <a:defRPr sz="3000" b="0" i="0">
                <a:latin typeface="Montserrat" pitchFamily="2" charset="77"/>
              </a:defRPr>
            </a:lvl1pPr>
            <a:lvl2pPr marL="2193925" indent="0">
              <a:buNone/>
              <a:defRPr sz="3000"/>
            </a:lvl2pPr>
            <a:lvl3pPr marL="4387850" indent="0">
              <a:buNone/>
              <a:defRPr sz="3000"/>
            </a:lvl3pPr>
            <a:lvl4pPr marL="6583363" indent="0">
              <a:buNone/>
              <a:defRPr sz="3000"/>
            </a:lvl4pPr>
            <a:lvl5pPr marL="8777287" indent="0">
              <a:buNone/>
              <a:defRPr sz="3000"/>
            </a:lvl5pPr>
          </a:lstStyle>
          <a:p>
            <a:pPr lvl="0"/>
            <a:r>
              <a:rPr lang="en-US" dirty="0"/>
              <a:t>Add literature cited and/or acknowledgements here</a:t>
            </a:r>
          </a:p>
        </p:txBody>
      </p:sp>
    </p:spTree>
    <p:extLst>
      <p:ext uri="{BB962C8B-B14F-4D97-AF65-F5344CB8AC3E}">
        <p14:creationId xmlns:p14="http://schemas.microsoft.com/office/powerpoint/2010/main" val="2679528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402CF-4250-5A54-A4E5-6E5C71FD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7" y="1752603"/>
            <a:ext cx="4416552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5EFDF-C5C4-2206-3A2A-5DE1D7B3C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0447" y="8763002"/>
            <a:ext cx="44165520" cy="20886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7ACD6-DD9A-A35D-AEDF-91CA8587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20443" y="30510483"/>
            <a:ext cx="11521440" cy="1752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04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fld id="{B4EDEFB0-C651-194D-B857-10A73A06DC98}" type="datetimeFigureOut">
              <a:rPr lang="en-US" smtClean="0"/>
              <a:pPr/>
              <a:t>5/11/26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C5F9B-F5B8-D5C3-B648-781F9DBC4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962127" y="30510483"/>
            <a:ext cx="17282160" cy="1752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04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6102-38BE-2752-C9F4-16E791527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164523" y="30510483"/>
            <a:ext cx="11521440" cy="1752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04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fld id="{F1662D96-D004-FA47-B233-60E2CE709D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3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1907755" rtl="0" eaLnBrk="1" latinLnBrk="0" hangingPunct="1">
        <a:lnSpc>
          <a:spcPct val="90000"/>
        </a:lnSpc>
        <a:spcBef>
          <a:spcPct val="0"/>
        </a:spcBef>
        <a:buNone/>
        <a:defRPr sz="15022" b="0" i="0" kern="1200">
          <a:solidFill>
            <a:schemeClr val="tx1"/>
          </a:solidFill>
          <a:latin typeface="Morganite Medium" pitchFamily="2" charset="77"/>
          <a:ea typeface="+mj-ea"/>
          <a:cs typeface="+mj-cs"/>
        </a:defRPr>
      </a:lvl1pPr>
    </p:titleStyle>
    <p:bodyStyle>
      <a:lvl1pPr marL="476940" indent="-476940" algn="l" defTabSz="1907755" rtl="0" eaLnBrk="1" latinLnBrk="0" hangingPunct="1">
        <a:lnSpc>
          <a:spcPct val="90000"/>
        </a:lnSpc>
        <a:spcBef>
          <a:spcPts val="2088"/>
        </a:spcBef>
        <a:buFont typeface="Arial" panose="020B0604020202020204" pitchFamily="34" charset="0"/>
        <a:buChar char="•"/>
        <a:defRPr sz="5842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1pPr>
      <a:lvl2pPr marL="1430818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5007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2pPr>
      <a:lvl3pPr marL="2384695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4173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3pPr>
      <a:lvl4pPr marL="3338573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757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4pPr>
      <a:lvl5pPr marL="4292450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757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5pPr>
      <a:lvl6pPr marL="5246328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757" kern="1200">
          <a:solidFill>
            <a:schemeClr val="tx1"/>
          </a:solidFill>
          <a:latin typeface="+mn-lt"/>
          <a:ea typeface="+mn-ea"/>
          <a:cs typeface="+mn-cs"/>
        </a:defRPr>
      </a:lvl6pPr>
      <a:lvl7pPr marL="6200205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757" kern="1200">
          <a:solidFill>
            <a:schemeClr val="tx1"/>
          </a:solidFill>
          <a:latin typeface="+mn-lt"/>
          <a:ea typeface="+mn-ea"/>
          <a:cs typeface="+mn-cs"/>
        </a:defRPr>
      </a:lvl7pPr>
      <a:lvl8pPr marL="7154083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757" kern="1200">
          <a:solidFill>
            <a:schemeClr val="tx1"/>
          </a:solidFill>
          <a:latin typeface="+mn-lt"/>
          <a:ea typeface="+mn-ea"/>
          <a:cs typeface="+mn-cs"/>
        </a:defRPr>
      </a:lvl8pPr>
      <a:lvl9pPr marL="8107960" indent="-476940" algn="l" defTabSz="1907755" rtl="0" eaLnBrk="1" latinLnBrk="0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7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1pPr>
      <a:lvl2pPr marL="953878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2pPr>
      <a:lvl3pPr marL="1907755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3pPr>
      <a:lvl4pPr marL="2861633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4pPr>
      <a:lvl5pPr marL="3815510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5pPr>
      <a:lvl6pPr marL="4769388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6pPr>
      <a:lvl7pPr marL="5723265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7pPr>
      <a:lvl8pPr marL="6677143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8pPr>
      <a:lvl9pPr marL="7631020" algn="l" defTabSz="1907755" rtl="0" eaLnBrk="1" latinLnBrk="0" hangingPunct="1">
        <a:defRPr sz="37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B3300-2648-7F9F-D196-E23C2EB8D1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27315" y="2553973"/>
            <a:ext cx="33832798" cy="1809971"/>
          </a:xfrm>
        </p:spPr>
        <p:txBody>
          <a:bodyPr/>
          <a:lstStyle/>
          <a:p>
            <a:r>
              <a:rPr lang="en-US" sz="9600" dirty="0" err="1"/>
              <a:t>DeepPrep</a:t>
            </a:r>
            <a:r>
              <a:rPr lang="en-US" sz="9600" dirty="0"/>
              <a:t>-Based Spectral and Temporal Analysis of BOLD Signal Dynamics in Healthy Adults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3B307-AD6A-6117-A56A-1329A4C11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709902" y="4105289"/>
            <a:ext cx="33832798" cy="1200944"/>
          </a:xfrm>
        </p:spPr>
        <p:txBody>
          <a:bodyPr/>
          <a:lstStyle/>
          <a:p>
            <a:r>
              <a:rPr lang="en-US" dirty="0"/>
              <a:t>Shokhsanam Uktamova, Caroline Lewis, Scott Harris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C0C46-73BB-BB6F-5C9B-E5E4AC2DCD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Traditional fMRI analysis focuses on spatial activation maps and overlooks temporal + spectral dynamics of BOLD signals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Motion artifacts and preprocessing variability reduce reproducibility in neuroimaging studies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Need for a scalable, reproducible pipeline to extract high-dimensional BOLD features in HPC environments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75E0C-4EDC-D7DF-BCC2-B5B99E8A92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55648" y="8247834"/>
            <a:ext cx="15241069" cy="1292662"/>
          </a:xfrm>
        </p:spPr>
        <p:txBody>
          <a:bodyPr/>
          <a:lstStyle/>
          <a:p>
            <a:r>
              <a:rPr lang="en-US" dirty="0"/>
              <a:t>Problem / Motivation / Research Gap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BB9268-86AD-4AEF-6311-786F25521F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50319" y="22738193"/>
            <a:ext cx="15430930" cy="8468527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/>
              <a:t>DeepPrep</a:t>
            </a:r>
            <a:r>
              <a:rPr lang="en-US" dirty="0"/>
              <a:t> pipeline deployed on FABRIC HPC infrastructure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BIDS-compliant </a:t>
            </a:r>
            <a:r>
              <a:rPr lang="en-US" dirty="0" err="1"/>
              <a:t>OpenNeuro</a:t>
            </a:r>
            <a:r>
              <a:rPr lang="en-US" dirty="0"/>
              <a:t> dataset (healthy adult cohort, n = 9)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Preprocessing: alignment, normalization, and QC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Feature extraction: Framewise Displacement (FD), DVARS, FC matrices, ALFF, spectral power metrics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Containerized workflow (Docker) + Python analysis (</a:t>
            </a:r>
            <a:r>
              <a:rPr lang="en-US" dirty="0" err="1"/>
              <a:t>Nilearn</a:t>
            </a:r>
            <a:r>
              <a:rPr lang="en-US" dirty="0"/>
              <a:t>, NumPy, Pandas)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FFDBBB-E2A6-DC76-D3B7-4604E218F6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48802" y="21472425"/>
            <a:ext cx="6137899" cy="129266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68DED3-83B8-D027-1E0C-75DD29FCDC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674488" y="9455869"/>
            <a:ext cx="15439048" cy="8468527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FABRIC compute environment (Ubuntu, 8-core, 32GB RAM)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Automated </a:t>
            </a:r>
            <a:r>
              <a:rPr lang="en-US" dirty="0" err="1"/>
              <a:t>DeepPrep</a:t>
            </a:r>
            <a:r>
              <a:rPr lang="en-US" dirty="0"/>
              <a:t> execution pipeline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HTML QC reports + workflow validation logs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Post-processing scripts for motion + spectral feature extraction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Correlation + regression analysis of extracted features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1461D9-13E4-3A62-2660-84562F6A7C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674488" y="8247834"/>
            <a:ext cx="7250567" cy="1292662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5AB1C6-B86D-9556-D585-E9348F7CF6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208626" y="18091092"/>
            <a:ext cx="15439048" cy="67627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Pipeline successfully separates neural signal from motion-induced noise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Spectral features provide robust representation of resting-state brain activity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FABRIC + </a:t>
            </a:r>
            <a:r>
              <a:rPr lang="en-US" dirty="0" err="1"/>
              <a:t>DeepPrep</a:t>
            </a:r>
            <a:r>
              <a:rPr lang="en-US" dirty="0"/>
              <a:t> enables scalable, reproducible neuroimaging workflows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Future work: apply pipeline to nicotine-dependent cohort and evaluate spectral shifts (ALFF/</a:t>
            </a:r>
            <a:r>
              <a:rPr lang="en-US" dirty="0" err="1"/>
              <a:t>fALFF</a:t>
            </a:r>
            <a:r>
              <a:rPr lang="en-US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Extend analysis with ML models for clinical prediction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546849C-0C79-FE9B-8478-001BABEA18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228199" y="16873982"/>
            <a:ext cx="14835793" cy="1209562"/>
          </a:xfrm>
        </p:spPr>
        <p:txBody>
          <a:bodyPr/>
          <a:lstStyle/>
          <a:p>
            <a:r>
              <a:rPr lang="en-US" sz="5400" dirty="0"/>
              <a:t>Discussion / Conclusions / Future Work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6E48A8-2AB0-3495-45D9-C78678CADC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305641" y="7993608"/>
            <a:ext cx="15439048" cy="8465592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Low FD and DVARS indicate stable, low-motion cohort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Strong ALFF dominance (&gt;99% low-frequency power) confirms expected resting-state physiology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Spectral features are largely independent of motion artifacts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Correlation structure shows clear separation between:</a:t>
            </a:r>
          </a:p>
          <a:p>
            <a:pPr marL="2765425" lvl="1" indent="-571500">
              <a:buFont typeface="Arial" panose="020B0604020202020204" pitchFamily="34" charset="0"/>
              <a:buChar char="•"/>
            </a:pPr>
            <a:r>
              <a:rPr lang="en-US" dirty="0">
                <a:latin typeface="Montserrat" pitchFamily="2" charset="77"/>
              </a:rPr>
              <a:t>motion metrics cluster</a:t>
            </a:r>
          </a:p>
          <a:p>
            <a:pPr marL="2765425" lvl="1" indent="-571500">
              <a:buFont typeface="Arial" panose="020B0604020202020204" pitchFamily="34" charset="0"/>
              <a:buChar char="•"/>
            </a:pPr>
            <a:r>
              <a:rPr lang="en-US" dirty="0">
                <a:latin typeface="Montserrat" pitchFamily="2" charset="77"/>
              </a:rPr>
              <a:t>spectral features cluster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Regression confirms no systematic motion-driven inflation of signal variance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4F1BDFC-D9BD-ACAD-4A20-E13BB775C0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305641" y="6726051"/>
            <a:ext cx="3778278" cy="1292662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1C052F6-1251-149C-5391-DCA7C0D2AA5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311348" y="26504034"/>
            <a:ext cx="15434989" cy="590657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Scott Harris </a:t>
            </a:r>
            <a:r>
              <a:rPr lang="en-US" sz="4000" dirty="0"/>
              <a:t>– Power analysis, sample size estimation, statistical support, ran 3 subjects in pipeline, co-authored report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Caroline Lewis</a:t>
            </a:r>
            <a:r>
              <a:rPr lang="en-US" sz="4000" dirty="0"/>
              <a:t> – Pipeline design, integration of </a:t>
            </a:r>
            <a:r>
              <a:rPr lang="en-US" sz="4000" dirty="0" err="1"/>
              <a:t>DeepPrep</a:t>
            </a:r>
            <a:r>
              <a:rPr lang="en-US" sz="4000" dirty="0"/>
              <a:t> workflow, mock presentation, demo recording, final submission, ran 3 subjects in pipeline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err="1"/>
              <a:t>Shokhsanam</a:t>
            </a:r>
            <a:r>
              <a:rPr lang="en-US" sz="4000" b="1" dirty="0"/>
              <a:t> </a:t>
            </a:r>
            <a:r>
              <a:rPr lang="en-US" sz="4000" b="1" dirty="0" err="1"/>
              <a:t>Uktamova</a:t>
            </a:r>
            <a:r>
              <a:rPr lang="en-US" sz="4000" dirty="0"/>
              <a:t> – Wrote 2-Pager proposal,  ran 3 subjects in pipeline, co-authored report</a:t>
            </a:r>
          </a:p>
        </p:txBody>
      </p:sp>
      <p:pic>
        <p:nvPicPr>
          <p:cNvPr id="17" name="Picture Placeholder 37">
            <a:extLst>
              <a:ext uri="{FF2B5EF4-FFF2-40B4-BE49-F238E27FC236}">
                <a16:creationId xmlns:a16="http://schemas.microsoft.com/office/drawing/2014/main" id="{495355D2-1BDF-29C3-46B5-E6521723DA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50" r="650"/>
          <a:stretch/>
        </p:blipFill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7084FBD-2EE5-A4A6-FBAC-546FD7449B2F}"/>
              </a:ext>
            </a:extLst>
          </p:cNvPr>
          <p:cNvSpPr txBox="1"/>
          <p:nvPr/>
        </p:nvSpPr>
        <p:spPr>
          <a:xfrm>
            <a:off x="27546300" y="21602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97DC6B81-C56B-F523-EB72-D9A7C8C3963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9" b="8199"/>
          <a:stretch>
            <a:fillRect/>
          </a:stretch>
        </p:blipFill>
        <p:spPr>
          <a:xfrm>
            <a:off x="18165713" y="19817106"/>
            <a:ext cx="16206097" cy="12122587"/>
          </a:xfrm>
          <a:prstGeom prst="rect">
            <a:avLst/>
          </a:prstGeom>
          <a:solidFill>
            <a:srgbClr val="D7D7D7"/>
          </a:solidFill>
          <a:ln>
            <a:solidFill>
              <a:schemeClr val="tx1"/>
            </a:solidFill>
          </a:ln>
        </p:spPr>
      </p:pic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F1F5D26-7B70-FF6B-6C5B-30A8DDC6BE74}"/>
              </a:ext>
            </a:extLst>
          </p:cNvPr>
          <p:cNvSpPr txBox="1">
            <a:spLocks/>
          </p:cNvSpPr>
          <p:nvPr/>
        </p:nvSpPr>
        <p:spPr>
          <a:xfrm>
            <a:off x="18206054" y="18547479"/>
            <a:ext cx="11222624" cy="1292662"/>
          </a:xfrm>
          <a:prstGeom prst="rect">
            <a:avLst/>
          </a:prstGeom>
          <a:solidFill>
            <a:srgbClr val="000000"/>
          </a:solidFill>
        </p:spPr>
        <p:txBody>
          <a:bodyPr vert="horz" wrap="none" lIns="457200" tIns="274320" rIns="457200" bIns="182880" rtlCol="0" anchor="b" anchorCtr="0">
            <a:spAutoFit/>
          </a:bodyPr>
          <a:lstStyle>
            <a:lvl1pPr marL="0" indent="0" algn="l" defTabSz="1907755" rtl="0" eaLnBrk="1" latinLnBrk="0" hangingPunct="1">
              <a:lnSpc>
                <a:spcPct val="90000"/>
              </a:lnSpc>
              <a:spcBef>
                <a:spcPts val="2088"/>
              </a:spcBef>
              <a:buFont typeface="Arial" panose="020B0604020202020204" pitchFamily="34" charset="0"/>
              <a:buNone/>
              <a:defRPr sz="6000" b="0" i="0" kern="1200">
                <a:solidFill>
                  <a:srgbClr val="FDB719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2193925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5007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2pPr>
            <a:lvl3pPr marL="4387850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4173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3pPr>
            <a:lvl4pPr marL="6583363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3757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4pPr>
            <a:lvl5pPr marL="8777287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3757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5pPr>
            <a:lvl6pPr marL="5246328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200205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54083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107960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Feature Correlation Matrix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FF14132D-E5DE-B3EA-50E8-1B6E8F7868DE}"/>
              </a:ext>
            </a:extLst>
          </p:cNvPr>
          <p:cNvSpPr txBox="1">
            <a:spLocks/>
          </p:cNvSpPr>
          <p:nvPr/>
        </p:nvSpPr>
        <p:spPr>
          <a:xfrm>
            <a:off x="35315647" y="25315168"/>
            <a:ext cx="7939674" cy="1209562"/>
          </a:xfrm>
          <a:prstGeom prst="rect">
            <a:avLst/>
          </a:prstGeom>
          <a:solidFill>
            <a:srgbClr val="000000"/>
          </a:solidFill>
        </p:spPr>
        <p:txBody>
          <a:bodyPr vert="horz" wrap="none" lIns="457200" tIns="274320" rIns="457200" bIns="182880" rtlCol="0" anchor="b" anchorCtr="0">
            <a:spAutoFit/>
          </a:bodyPr>
          <a:lstStyle>
            <a:lvl1pPr marL="0" indent="0" algn="l" defTabSz="1907755" rtl="0" eaLnBrk="1" latinLnBrk="0" hangingPunct="1">
              <a:lnSpc>
                <a:spcPct val="90000"/>
              </a:lnSpc>
              <a:spcBef>
                <a:spcPts val="2088"/>
              </a:spcBef>
              <a:buFont typeface="Arial" panose="020B0604020202020204" pitchFamily="34" charset="0"/>
              <a:buNone/>
              <a:defRPr sz="6000" b="0" i="0" kern="1200">
                <a:solidFill>
                  <a:srgbClr val="FDB719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2193925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5007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2pPr>
            <a:lvl3pPr marL="4387850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4173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3pPr>
            <a:lvl4pPr marL="6583363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3757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4pPr>
            <a:lvl5pPr marL="8777287" indent="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None/>
              <a:defRPr sz="3757" b="1" i="0" kern="1200">
                <a:solidFill>
                  <a:schemeClr val="tx1"/>
                </a:solidFill>
                <a:latin typeface="Satoshi" pitchFamily="2" charset="77"/>
                <a:ea typeface="+mn-ea"/>
                <a:cs typeface="+mn-cs"/>
              </a:defRPr>
            </a:lvl5pPr>
            <a:lvl6pPr marL="5246328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200205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54083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107960" indent="-476940" algn="l" defTabSz="1907755" rtl="0" eaLnBrk="1" latinLnBrk="0" hangingPunct="1">
              <a:lnSpc>
                <a:spcPct val="90000"/>
              </a:lnSpc>
              <a:spcBef>
                <a:spcPts val="1044"/>
              </a:spcBef>
              <a:buFont typeface="Arial" panose="020B0604020202020204" pitchFamily="34" charset="0"/>
              <a:buChar char="•"/>
              <a:defRPr sz="37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/>
              <a:t>Team Contributions</a:t>
            </a:r>
          </a:p>
        </p:txBody>
      </p:sp>
    </p:spTree>
    <p:extLst>
      <p:ext uri="{BB962C8B-B14F-4D97-AF65-F5344CB8AC3E}">
        <p14:creationId xmlns:p14="http://schemas.microsoft.com/office/powerpoint/2010/main" val="3151332"/>
      </p:ext>
    </p:extLst>
  </p:cSld>
  <p:clrMapOvr>
    <a:masterClrMapping/>
  </p:clrMapOvr>
</p:sld>
</file>

<file path=ppt/theme/theme1.xml><?xml version="1.0" encoding="utf-8"?>
<a:theme xmlns:a="http://schemas.openxmlformats.org/drawingml/2006/main" name="MizzouColors">
  <a:themeElements>
    <a:clrScheme name="Office">
      <a:dk1>
        <a:srgbClr val="000000"/>
      </a:dk1>
      <a:lt1>
        <a:srgbClr val="FFFFFF"/>
      </a:lt1>
      <a:dk2>
        <a:srgbClr val="FDB719"/>
      </a:dk2>
      <a:lt2>
        <a:srgbClr val="D4D4D4"/>
      </a:lt2>
      <a:accent1>
        <a:srgbClr val="7F4A0F"/>
      </a:accent1>
      <a:accent2>
        <a:srgbClr val="4A596E"/>
      </a:accent2>
      <a:accent3>
        <a:srgbClr val="6E0026"/>
      </a:accent3>
      <a:accent4>
        <a:srgbClr val="EF553F"/>
      </a:accent4>
      <a:accent5>
        <a:srgbClr val="008486"/>
      </a:accent5>
      <a:accent6>
        <a:srgbClr val="453D3F"/>
      </a:accent6>
      <a:hlink>
        <a:srgbClr val="99CECF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U-BrandedTemplate-ResearchPoster-1" id="{2589A170-278A-6242-8F2B-5479B5EF6177}" vid="{70F18D1E-105B-1D43-A9FC-38320EF0FC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822213-79e0-466b-8a07-6ccb94f3e524" xsi:nil="true"/>
    <lcf76f155ced4ddcb4097134ff3c332f xmlns="8f59010d-bfae-4690-b442-17aac1929a53">
      <Terms xmlns="http://schemas.microsoft.com/office/infopath/2007/PartnerControls"/>
    </lcf76f155ced4ddcb4097134ff3c332f>
    <SharedWithUsers xmlns="4e822213-79e0-466b-8a07-6ccb94f3e524">
      <UserInfo>
        <DisplayName>Norton, Jaliah (MU-Student)</DisplayName>
        <AccountId>8460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19D1F250E694BAAD8C54BFD6B67B2" ma:contentTypeVersion="19" ma:contentTypeDescription="Create a new document." ma:contentTypeScope="" ma:versionID="bfb456dbba9731329b7893c6e3da8bb1">
  <xsd:schema xmlns:xsd="http://www.w3.org/2001/XMLSchema" xmlns:xs="http://www.w3.org/2001/XMLSchema" xmlns:p="http://schemas.microsoft.com/office/2006/metadata/properties" xmlns:ns2="8f59010d-bfae-4690-b442-17aac1929a53" xmlns:ns3="4e822213-79e0-466b-8a07-6ccb94f3e524" targetNamespace="http://schemas.microsoft.com/office/2006/metadata/properties" ma:root="true" ma:fieldsID="e6d68caea3b60645aec81411a6c435e7" ns2:_="" ns3:_="">
    <xsd:import namespace="8f59010d-bfae-4690-b442-17aac1929a53"/>
    <xsd:import namespace="4e822213-79e0-466b-8a07-6ccb94f3e5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9010d-bfae-4690-b442-17aac1929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e20e570-3a27-4eff-9ea0-d3488a33f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22213-79e0-466b-8a07-6ccb94f3e52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ec45b42-71d2-42b2-82cb-677ce56ef8ee}" ma:internalName="TaxCatchAll" ma:showField="CatchAllData" ma:web="4e822213-79e0-466b-8a07-6ccb94f3e5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0934F-E0C9-4D79-B126-33D6735CE8DA}">
  <ds:schemaRefs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4e822213-79e0-466b-8a07-6ccb94f3e524"/>
    <ds:schemaRef ds:uri="http://schemas.microsoft.com/office/infopath/2007/PartnerControls"/>
    <ds:schemaRef ds:uri="8f59010d-bfae-4690-b442-17aac1929a5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8406966-C9F5-4441-82B2-81DF660F1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9010d-bfae-4690-b442-17aac1929a53"/>
    <ds:schemaRef ds:uri="4e822213-79e0-466b-8a07-6ccb94f3e5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18E6E6-F52C-447B-912B-40C1028678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MizzouColors</Template>
  <TotalTime>675</TotalTime>
  <Words>376</Words>
  <Application>Microsoft Macintosh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Montserrat</vt:lpstr>
      <vt:lpstr>Montserrat Medium</vt:lpstr>
      <vt:lpstr>Morganite Medium</vt:lpstr>
      <vt:lpstr>Satoshi</vt:lpstr>
      <vt:lpstr>MizzouColors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Lewis, Caroline (MU-Student)</dc:creator>
  <cp:lastModifiedBy>Lewis, Caroline (MU-Student)</cp:lastModifiedBy>
  <cp:revision>1</cp:revision>
  <cp:lastPrinted>2018-02-13T15:48:41Z</cp:lastPrinted>
  <dcterms:created xsi:type="dcterms:W3CDTF">2026-04-28T21:29:51Z</dcterms:created>
  <dcterms:modified xsi:type="dcterms:W3CDTF">2026-05-11T23:22:55Z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0x010100D0E19D1F250E694BAAD8C54BFD6B67B2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